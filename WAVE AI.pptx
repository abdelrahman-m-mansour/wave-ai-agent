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</p:sldIdLst>
  <p:sldSz cx="18288000" cy="10287000"/>
  <p:notesSz cx="6858000" cy="9144000"/>
  <p:embeddedFontLst>
    <p:embeddedFont>
      <p:font typeface="Foda Display" panose="020B0604020202020204" charset="-78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/>
          <a:stretch>
            <a:fillRect/>
          </a:stretch>
        </p:blipFill>
        <p:spPr>
          <a:xfrm>
            <a:off x="-304800" y="-164137"/>
            <a:ext cx="19874539" cy="11179428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7696200" y="4206297"/>
            <a:ext cx="3636340" cy="1874405"/>
            <a:chOff x="0" y="-142875"/>
            <a:chExt cx="957719" cy="49367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57719" cy="207920"/>
            </a:xfrm>
            <a:custGeom>
              <a:avLst/>
              <a:gdLst/>
              <a:ahLst/>
              <a:cxnLst/>
              <a:rect l="l" t="t" r="r" b="b"/>
              <a:pathLst>
                <a:path w="957719" h="207920">
                  <a:moveTo>
                    <a:pt x="103960" y="0"/>
                  </a:moveTo>
                  <a:lnTo>
                    <a:pt x="853759" y="0"/>
                  </a:lnTo>
                  <a:cubicBezTo>
                    <a:pt x="911175" y="0"/>
                    <a:pt x="957719" y="46544"/>
                    <a:pt x="957719" y="103960"/>
                  </a:cubicBezTo>
                  <a:lnTo>
                    <a:pt x="957719" y="103960"/>
                  </a:lnTo>
                  <a:cubicBezTo>
                    <a:pt x="957719" y="161376"/>
                    <a:pt x="911175" y="207920"/>
                    <a:pt x="853759" y="207920"/>
                  </a:cubicBezTo>
                  <a:lnTo>
                    <a:pt x="103960" y="207920"/>
                  </a:lnTo>
                  <a:cubicBezTo>
                    <a:pt x="46544" y="207920"/>
                    <a:pt x="0" y="161376"/>
                    <a:pt x="0" y="103960"/>
                  </a:cubicBezTo>
                  <a:lnTo>
                    <a:pt x="0" y="103960"/>
                  </a:lnTo>
                  <a:cubicBezTo>
                    <a:pt x="0" y="46544"/>
                    <a:pt x="46544" y="0"/>
                    <a:pt x="103960" y="0"/>
                  </a:cubicBezTo>
                  <a:close/>
                </a:path>
              </a:pathLst>
            </a:custGeom>
            <a:solidFill>
              <a:srgbClr val="264793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42875"/>
              <a:ext cx="957719" cy="4936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 dirty="0">
                  <a:solidFill>
                    <a:srgbClr val="FFFFFF"/>
                  </a:solidFill>
                  <a:latin typeface="Foda Display"/>
                  <a:ea typeface="Foda Display"/>
                  <a:cs typeface="Foda Display"/>
                  <a:sym typeface="Foda Display"/>
                </a:rPr>
                <a:t>GET STARTED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681278" y="2841992"/>
            <a:ext cx="5666184" cy="16439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273"/>
              </a:lnSpc>
              <a:spcBef>
                <a:spcPct val="0"/>
              </a:spcBef>
            </a:pPr>
            <a:r>
              <a:rPr lang="en-US" sz="9481" dirty="0">
                <a:solidFill>
                  <a:srgbClr val="FFFFFF"/>
                </a:solidFill>
                <a:latin typeface="Foda Display"/>
                <a:ea typeface="Foda Display"/>
                <a:cs typeface="Foda Display"/>
                <a:sym typeface="Foda Display"/>
              </a:rPr>
              <a:t>WAVE AI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47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83720" y="4325915"/>
            <a:ext cx="12488025" cy="1874405"/>
            <a:chOff x="0" y="-142875"/>
            <a:chExt cx="3289027" cy="4936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89027" cy="207920"/>
            </a:xfrm>
            <a:custGeom>
              <a:avLst/>
              <a:gdLst/>
              <a:ahLst/>
              <a:cxnLst/>
              <a:rect l="l" t="t" r="r" b="b"/>
              <a:pathLst>
                <a:path w="3289027" h="207920">
                  <a:moveTo>
                    <a:pt x="31617" y="0"/>
                  </a:moveTo>
                  <a:lnTo>
                    <a:pt x="3257410" y="0"/>
                  </a:lnTo>
                  <a:cubicBezTo>
                    <a:pt x="3265795" y="0"/>
                    <a:pt x="3273837" y="3331"/>
                    <a:pt x="3279766" y="9260"/>
                  </a:cubicBezTo>
                  <a:cubicBezTo>
                    <a:pt x="3285696" y="15190"/>
                    <a:pt x="3289027" y="23232"/>
                    <a:pt x="3289027" y="31617"/>
                  </a:cubicBezTo>
                  <a:lnTo>
                    <a:pt x="3289027" y="176303"/>
                  </a:lnTo>
                  <a:cubicBezTo>
                    <a:pt x="3289027" y="184688"/>
                    <a:pt x="3285696" y="192730"/>
                    <a:pt x="3279766" y="198660"/>
                  </a:cubicBezTo>
                  <a:cubicBezTo>
                    <a:pt x="3273837" y="204589"/>
                    <a:pt x="3265795" y="207920"/>
                    <a:pt x="3257410" y="207920"/>
                  </a:cubicBezTo>
                  <a:lnTo>
                    <a:pt x="31617" y="207920"/>
                  </a:lnTo>
                  <a:cubicBezTo>
                    <a:pt x="23232" y="207920"/>
                    <a:pt x="15190" y="204589"/>
                    <a:pt x="9260" y="198660"/>
                  </a:cubicBezTo>
                  <a:cubicBezTo>
                    <a:pt x="3331" y="192730"/>
                    <a:pt x="0" y="184688"/>
                    <a:pt x="0" y="176303"/>
                  </a:cubicBezTo>
                  <a:lnTo>
                    <a:pt x="0" y="31617"/>
                  </a:lnTo>
                  <a:cubicBezTo>
                    <a:pt x="0" y="23232"/>
                    <a:pt x="3331" y="15190"/>
                    <a:pt x="9260" y="9260"/>
                  </a:cubicBezTo>
                  <a:cubicBezTo>
                    <a:pt x="15190" y="3331"/>
                    <a:pt x="23232" y="0"/>
                    <a:pt x="31617" y="0"/>
                  </a:cubicBezTo>
                  <a:close/>
                </a:path>
              </a:pathLst>
            </a:custGeom>
            <a:solidFill>
              <a:srgbClr val="225DC0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42875"/>
              <a:ext cx="3289027" cy="4936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079"/>
                </a:lnSpc>
              </a:pPr>
              <a:r>
                <a:rPr lang="en-US" sz="2199" dirty="0">
                  <a:solidFill>
                    <a:srgbClr val="264793"/>
                  </a:solidFill>
                  <a:latin typeface="Foda Display"/>
                  <a:ea typeface="Foda Display"/>
                  <a:cs typeface="Foda Display"/>
                  <a:sym typeface="Foda Display"/>
                </a:rPr>
                <a:t>   </a:t>
              </a:r>
              <a:r>
                <a:rPr lang="en-US" sz="2199" dirty="0">
                  <a:solidFill>
                    <a:srgbClr val="FFFFFF"/>
                  </a:solidFill>
                  <a:latin typeface="Foda Display"/>
                  <a:ea typeface="Foda Display"/>
                  <a:cs typeface="Foda Display"/>
                  <a:sym typeface="Foda Display"/>
                </a:rPr>
                <a:t>ASK ME ANYTHING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574614" y="4946131"/>
            <a:ext cx="633972" cy="63397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-209550"/>
              <a:ext cx="660400" cy="946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365225" y="4739224"/>
            <a:ext cx="1069944" cy="1047786"/>
          </a:xfrm>
          <a:custGeom>
            <a:avLst/>
            <a:gdLst/>
            <a:ahLst/>
            <a:cxnLst/>
            <a:rect l="l" t="t" r="r" b="b"/>
            <a:pathLst>
              <a:path w="1083599" h="1083599">
                <a:moveTo>
                  <a:pt x="0" y="0"/>
                </a:moveTo>
                <a:lnTo>
                  <a:pt x="1083600" y="0"/>
                </a:lnTo>
                <a:lnTo>
                  <a:pt x="1083600" y="1083599"/>
                </a:lnTo>
                <a:lnTo>
                  <a:pt x="0" y="10835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9" name="TextBox 9"/>
          <p:cNvSpPr txBox="1"/>
          <p:nvPr/>
        </p:nvSpPr>
        <p:spPr>
          <a:xfrm>
            <a:off x="6691908" y="2953179"/>
            <a:ext cx="4904184" cy="16439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273"/>
              </a:lnSpc>
              <a:spcBef>
                <a:spcPct val="0"/>
              </a:spcBef>
            </a:pPr>
            <a:r>
              <a:rPr lang="en-US" sz="9481" dirty="0">
                <a:solidFill>
                  <a:srgbClr val="FFFFFF"/>
                </a:solidFill>
                <a:latin typeface="Foda Display"/>
                <a:ea typeface="Foda Display"/>
                <a:cs typeface="Foda Display"/>
                <a:sym typeface="Foda Display"/>
              </a:rPr>
              <a:t>WAVE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47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581" y="266700"/>
            <a:ext cx="5332082" cy="16439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273"/>
              </a:lnSpc>
              <a:spcBef>
                <a:spcPct val="0"/>
              </a:spcBef>
            </a:pPr>
            <a:r>
              <a:rPr lang="en-US" sz="9481" dirty="0">
                <a:solidFill>
                  <a:srgbClr val="FFFFFF"/>
                </a:solidFill>
                <a:latin typeface="Foda Display"/>
                <a:ea typeface="Foda Display"/>
                <a:cs typeface="Foda Display"/>
                <a:sym typeface="Foda Display"/>
              </a:rPr>
              <a:t>WAVE AI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2942497" y="8125255"/>
            <a:ext cx="12661250" cy="1874405"/>
            <a:chOff x="0" y="-142875"/>
            <a:chExt cx="3334650" cy="49367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289027" cy="207920"/>
            </a:xfrm>
            <a:custGeom>
              <a:avLst/>
              <a:gdLst/>
              <a:ahLst/>
              <a:cxnLst/>
              <a:rect l="l" t="t" r="r" b="b"/>
              <a:pathLst>
                <a:path w="3289027" h="207920">
                  <a:moveTo>
                    <a:pt x="31617" y="0"/>
                  </a:moveTo>
                  <a:lnTo>
                    <a:pt x="3257410" y="0"/>
                  </a:lnTo>
                  <a:cubicBezTo>
                    <a:pt x="3265795" y="0"/>
                    <a:pt x="3273837" y="3331"/>
                    <a:pt x="3279766" y="9260"/>
                  </a:cubicBezTo>
                  <a:cubicBezTo>
                    <a:pt x="3285696" y="15190"/>
                    <a:pt x="3289027" y="23232"/>
                    <a:pt x="3289027" y="31617"/>
                  </a:cubicBezTo>
                  <a:lnTo>
                    <a:pt x="3289027" y="176303"/>
                  </a:lnTo>
                  <a:cubicBezTo>
                    <a:pt x="3289027" y="184688"/>
                    <a:pt x="3285696" y="192730"/>
                    <a:pt x="3279766" y="198660"/>
                  </a:cubicBezTo>
                  <a:cubicBezTo>
                    <a:pt x="3273837" y="204589"/>
                    <a:pt x="3265795" y="207920"/>
                    <a:pt x="3257410" y="207920"/>
                  </a:cubicBezTo>
                  <a:lnTo>
                    <a:pt x="31617" y="207920"/>
                  </a:lnTo>
                  <a:cubicBezTo>
                    <a:pt x="23232" y="207920"/>
                    <a:pt x="15190" y="204589"/>
                    <a:pt x="9260" y="198660"/>
                  </a:cubicBezTo>
                  <a:cubicBezTo>
                    <a:pt x="3331" y="192730"/>
                    <a:pt x="0" y="184688"/>
                    <a:pt x="0" y="176303"/>
                  </a:cubicBezTo>
                  <a:lnTo>
                    <a:pt x="0" y="31617"/>
                  </a:lnTo>
                  <a:cubicBezTo>
                    <a:pt x="0" y="23232"/>
                    <a:pt x="3331" y="15190"/>
                    <a:pt x="9260" y="9260"/>
                  </a:cubicBezTo>
                  <a:cubicBezTo>
                    <a:pt x="15190" y="3331"/>
                    <a:pt x="23232" y="0"/>
                    <a:pt x="31617" y="0"/>
                  </a:cubicBezTo>
                  <a:close/>
                </a:path>
              </a:pathLst>
            </a:custGeom>
            <a:solidFill>
              <a:srgbClr val="225DC0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5623" y="-142875"/>
              <a:ext cx="3289027" cy="4936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079"/>
                </a:lnSpc>
              </a:pPr>
              <a:r>
                <a:rPr lang="en-US" sz="2199" dirty="0">
                  <a:solidFill>
                    <a:srgbClr val="264793"/>
                  </a:solidFill>
                  <a:latin typeface="Foda Display"/>
                  <a:ea typeface="Foda Display"/>
                  <a:cs typeface="Foda Display"/>
                  <a:sym typeface="Foda Display"/>
                </a:rPr>
                <a:t>   </a:t>
              </a:r>
              <a:r>
                <a:rPr lang="en-US" sz="2199" dirty="0">
                  <a:solidFill>
                    <a:srgbClr val="FFFFFF"/>
                  </a:solidFill>
                  <a:latin typeface="Foda Display"/>
                  <a:ea typeface="Foda Display"/>
                  <a:cs typeface="Foda Display"/>
                  <a:sym typeface="Foda Display"/>
                </a:rPr>
                <a:t>ASK ME ANYTHING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533392" y="8745471"/>
            <a:ext cx="633972" cy="633972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-209550"/>
              <a:ext cx="660400" cy="946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4344213" y="8586262"/>
            <a:ext cx="1028722" cy="962077"/>
          </a:xfrm>
          <a:custGeom>
            <a:avLst/>
            <a:gdLst/>
            <a:ahLst/>
            <a:cxnLst/>
            <a:rect l="l" t="t" r="r" b="b"/>
            <a:pathLst>
              <a:path w="1083599" h="1083599">
                <a:moveTo>
                  <a:pt x="0" y="0"/>
                </a:moveTo>
                <a:lnTo>
                  <a:pt x="1083599" y="0"/>
                </a:lnTo>
                <a:lnTo>
                  <a:pt x="1083599" y="1083599"/>
                </a:lnTo>
                <a:lnTo>
                  <a:pt x="0" y="10835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</Words>
  <Application>Microsoft Office PowerPoint</Application>
  <PresentationFormat>Custom</PresentationFormat>
  <Paragraphs>6</Paragraphs>
  <Slides>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Calibri</vt:lpstr>
      <vt:lpstr>Foda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WAVE AI</dc:title>
  <cp:lastModifiedBy>Abdelrahman</cp:lastModifiedBy>
  <cp:revision>3</cp:revision>
  <dcterms:created xsi:type="dcterms:W3CDTF">2006-08-16T00:00:00Z</dcterms:created>
  <dcterms:modified xsi:type="dcterms:W3CDTF">2026-05-21T04:53:13Z</dcterms:modified>
  <dc:identifier>DAHKRN0v-IM</dc:identifier>
</cp:coreProperties>
</file>